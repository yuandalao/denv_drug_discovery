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REINVENT4 Multi-Run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DENV NS2B-NS3 Protease Inhibitor Discovery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914400">
                <a:tc>
                  <a:txBody>
                    <a:bodyPr/>
                    <a:lstStyle/>
                    <a:p>
                      <a:r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Total_Molecules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Gold_Count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Good_Count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Mean_QSAR_pIC50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Mean_QED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Mean_MW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Mean_Score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run3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122551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0.421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run4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0.318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