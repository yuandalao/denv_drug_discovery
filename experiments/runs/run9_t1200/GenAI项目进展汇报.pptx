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2"/>
    <p:sldId id="259" r:id="rId3"/>
    <p:sldId id="260" r:id="rId4"/>
    <p:sldId id="261" r:id="rId5"/>
    <p:sldId id="263" r:id="rId6"/>
    <p:sldId id="26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92" d="100"/>
          <a:sy n="92" d="100"/>
        </p:scale>
        <p:origin x="21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93182D8-1EEC-E6D4-9EC5-B18402E9B0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87" r="-2" b="318"/>
          <a:stretch>
            <a:fillRect/>
          </a:stretch>
        </p:blipFill>
        <p:spPr>
          <a:xfrm>
            <a:off x="-6588" y="10"/>
            <a:ext cx="1219858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80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AC12675-1C63-06BB-A411-6FCD110E29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05"/>
          <a:stretch>
            <a:fillRect/>
          </a:stretch>
        </p:blipFill>
        <p:spPr>
          <a:xfrm>
            <a:off x="-6588" y="10"/>
            <a:ext cx="1219858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129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0C1944D-6295-370F-C298-48B2301C8E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82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449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DC01BDA-0093-717D-22E4-25FE58C717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6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40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C3E0CA6-F9C7-AA5D-5F2E-A4696B683C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6299"/>
          <a:stretch>
            <a:fillRect/>
          </a:stretch>
        </p:blipFill>
        <p:spPr>
          <a:xfrm>
            <a:off x="-6588" y="10"/>
            <a:ext cx="1219858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300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4E7649E-549D-43FB-6FC3-8EA6735B60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6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243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Chen, Yuan</dc:creator>
  <cp:lastModifiedBy>Chen, Yuan</cp:lastModifiedBy>
  <cp:revision>6</cp:revision>
  <dcterms:created xsi:type="dcterms:W3CDTF">2025-07-23T00:59:00Z</dcterms:created>
  <dcterms:modified xsi:type="dcterms:W3CDTF">2025-10-10T09:39:20Z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2052-12.1.0.21915</vt:lpwstr>
  </property>
</Properties>
</file>